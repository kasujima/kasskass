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58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DATA COMMUNICATION AND NETWORKING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PRESENTATION FOR PROJECT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                    </a:t>
            </a:r>
            <a:r>
              <a:rPr lang="en-US" altLang="en-US"/>
              <a:t>WOLAITA SODO UNIVERSITY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             </a:t>
            </a: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578610" y="3262630"/>
          <a:ext cx="6300470" cy="281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205"/>
                <a:gridCol w="2380615"/>
                <a:gridCol w="3041650"/>
              </a:tblGrid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GROUP MEMBER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KASU JIMA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UGR/91890/16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AKLILU ABATE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UGR/92526/16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TIGIST WOLEDE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UGR/93995/16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BITHOW  GACH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UGR/94325/16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HERMA WENDEMAGEGN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UGR/93878/16</a:t>
                      </a:r>
                      <a:endParaRPr lang="en-US"/>
                    </a:p>
                  </a:txBody>
                  <a:tcPr/>
                </a:tc>
              </a:tr>
              <a:tr h="402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MEGFIRA  ABDALA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UGR/91970/16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135" y="1729740"/>
            <a:ext cx="2358390" cy="1233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COMMNICATION AND NETWORKING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1.configure static ip address for our server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2221865"/>
            <a:ext cx="7261225" cy="4232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9" name="Content Placeholder 8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2.install the dns server role</a:t>
            </a:r>
            <a:endParaRPr lang="en-US"/>
          </a:p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2265680"/>
            <a:ext cx="806831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</a:t>
            </a:r>
            <a:r>
              <a:rPr lang="en-US">
                <a:sym typeface="+mn-ea"/>
              </a:rPr>
              <a:t>3.configure the forward lookup 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570" y="2416810"/>
            <a:ext cx="1012317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4 .configure the backward lookup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55" y="2477135"/>
            <a:ext cx="10914380" cy="3321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CONT..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5 .testing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" y="2418715"/>
            <a:ext cx="10685145" cy="39827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96*221"/>
  <p:tag name="TABLE_ENDDRAG_RECT" val="124*256*496*221"/>
</p:tagLst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Presentation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SimSun</vt:lpstr>
      <vt:lpstr>Wingdings</vt:lpstr>
      <vt:lpstr>Microsoft YaHei</vt:lpstr>
      <vt:lpstr>Arial Unicode MS</vt:lpstr>
      <vt:lpstr>Calibri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user</dc:creator>
  <cp:lastModifiedBy>user</cp:lastModifiedBy>
  <cp:revision>7</cp:revision>
  <dcterms:created xsi:type="dcterms:W3CDTF">2025-06-11T05:15:00Z</dcterms:created>
  <dcterms:modified xsi:type="dcterms:W3CDTF">2025-11-10T06:05:41Z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EF7643ADC279470E9B87D2AB153F4916_11</vt:lpwstr>
  </property>
  <property fmtid="{D5CDD505-2E9C-101B-9397-08002B2CF9AE}" pid="3" name="KSOProductBuildVer">
    <vt:lpwstr>1033-12.2.0.23155</vt:lpwstr>
  </property>
</Properties>
</file>